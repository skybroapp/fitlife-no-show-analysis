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330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Same day</c:v>
                  </c:pt>
                  <c:pt idx="1">
                    <c:v>1 day</c:v>
                  </c:pt>
                  <c:pt idx="2">
                    <c:v>2-3 days</c:v>
                  </c:pt>
                  <c:pt idx="3">
                    <c:v>4-7 days</c:v>
                  </c:pt>
                  <c:pt idx="4">
                    <c:v>8-14 days</c:v>
                  </c:pt>
                  <c:pt idx="5">
                    <c:v>15-30 days</c:v>
                  </c:pt>
                  <c:pt idx="6">
                    <c:v>30+ days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0.0465</c:v>
                </c:pt>
                <c:pt idx="1">
                  <c:v>0.2135</c:v>
                </c:pt>
                <c:pt idx="2">
                  <c:v>0.2374</c:v>
                </c:pt>
                <c:pt idx="3">
                  <c:v>0.252</c:v>
                </c:pt>
                <c:pt idx="4">
                  <c:v>0.3047</c:v>
                </c:pt>
                <c:pt idx="5">
                  <c:v>0.3259</c:v>
                </c:pt>
                <c:pt idx="6">
                  <c:v>0.33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2330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lead-time gap, not just add reminders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FitLife Studio class no-shows: diagnosis and recommended fix, based on a 110,522-booking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3F6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099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20.2%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class no-show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6002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3F6F5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7099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6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38912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rate, bookings 30+ days out (vs. 4.6% same-day)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09560" y="16002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3F6F5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17099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~210/mo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09244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spots recoverable at a 12% target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84448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3529584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lead-time-targeted reminders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Double-remind bookings made 4+ days out (at booking and 24h before class); single-remind short-lead bookings. Pair with automatic waitlist fill on cancellation.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617720"/>
            <a:ext cx="384048" cy="384048"/>
          </a:xfrm>
          <a:prstGeom prst="ellipse">
            <a:avLst/>
          </a:prstGeom>
          <a:solidFill>
            <a:srgbClr val="D96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4562856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accountability rule for repeats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no-shows in a month limits priority booking. Reminders alone won't change habitual no-show behavior; this closes that gap.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562356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BEFE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715000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effort: 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if the current app supports reminders; a few weeks to configure and pilot.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3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effect is not yet proven causal; pilot and measure before full rollout.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722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NO-SHOW RISK BY LEAD TIME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172200" y="352044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6172200" y="5943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steadily the further out a class is booked, from 4.6% same-day to 33.0% at 30+ days. Reminders were sent almost only to the highest-risk group, so their real effect was never fairly tested.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FitLife Studio Business Analysis  |  Source: 110,522-record public appointment dataset, relabeled to gym-booking terms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2026-08-10T08:36:18Z</dcterms:created>
  <dcterms:modified xsi:type="dcterms:W3CDTF">2026-08-10T08:36:18Z</dcterms:modified>
</cp:coreProperties>
</file>